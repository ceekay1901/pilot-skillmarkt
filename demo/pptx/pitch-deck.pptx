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Erzeugt aus dem Konzept-Markdown durch den pptx-Skill.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 hart setzen: Wir reden nicht über Media, wir reden über Wiedererkennbarkeit.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Zahlen kommen aus der Kategorie-Analyse, nicht aus einer Umfrage. Kurz 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bewusst langsam sprechen. Das ist der Kern.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aus dem Q2-Report. Falls Nachfrage: Messung über Brand-Lift-Study.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Namen nennen, Gesichter zeigen. Vertrauen entsteht über Personen.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Klar mit einem konkreten Datum enden. Kein „melden Sie sich gern".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CFC"/>
                </a:solidFill>
              </a:rPr>
              <a:t>pilot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E05E"/>
                </a:solidFill>
              </a:rPr>
              <a:t>PITCH DECK · HERBST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280160" cy="64008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CFCFC"/>
                </a:solidFill>
              </a:rPr>
              <a:t>Herbst-Kampagne 2026 — Mustermarke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8BE"/>
                </a:solidFill>
              </a:rPr>
              <a:t>Mediastrategie &amp; Kreation — pilot Hamburg · Kick-off KW 34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Erzeugt mit dem Skill pptx aus konzept.md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01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897F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Die unbequeme Wahrheit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</a:rPr>
              <a:t>68 %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 der Herbst-Kampagnen im Segment sehen austauschbar aus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Preisrabatt ist der einzige Hebel, den fast alle ziehen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Die Zielgruppe erinnert sich an keine einzige Marke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02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897F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Das Problem in Zahlen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Ø Erinnerungswert der Kategorie: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11 %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Streuverlust bei reiner Preis-Kommunikation: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34 %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Kosten pro erinnerter Kontakt steigen seit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2024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um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22 %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03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897F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Unser Ansatz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Eine Botschaft, konsequent über alle Kanäle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Real People statt Models — Glaubwürdigkeit vor Hochglanz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Kein Preis im Hero, Preis erst in der Conversion-Stufe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04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897F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Der Beweis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Case „Frühjahr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2026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":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+34 %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 CTR nach Creative-Refresh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ROAS Paid Social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4,2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bei gleichem Budget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Erinnerungswert von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11 %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 auf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62626"/>
                </a:solidFill>
              </a:rPr>
              <a:t>19 %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A3A36"/>
                </a:solidFill>
              </a:rPr>
              <a:t> gestiegen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05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897F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</a:rPr>
              <a:t>Wer das macht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Strategie: pilot Hamburg, Team Mustermarke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Kreation &amp; Media aus einer Hand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3A3A36"/>
                </a:solidFill>
              </a:rPr>
              <a:t>Feste Ansprechpartnerin über die gesamte Laufzeit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FFE05E"/>
          </a:solidFill>
          <a:ln/>
        </p:spPr>
      </p:sp>
      <p:sp>
        <p:nvSpPr>
          <p:cNvPr id="3" name="Text 1"/>
          <p:cNvSpPr/>
          <p:nvPr/>
        </p:nvSpPr>
        <p:spPr>
          <a:xfrm>
            <a:off x="7818120" y="32004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97F"/>
                </a:solidFill>
              </a:rPr>
              <a:t>06 /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E05E"/>
                </a:solidFill>
              </a:rPr>
              <a:t>PILOT · MUSTERMARKE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CFC"/>
                </a:solidFill>
              </a:rPr>
              <a:t>Nächste Schritte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8D8D2"/>
                </a:solidFill>
              </a:rPr>
              <a:t>Kick-off-Workshop in KW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E05E"/>
                </a:solidFill>
              </a:rPr>
              <a:t>34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8D8D2"/>
                </a:solidFill>
              </a:rPr>
              <a:t>Kreativ-Briefing bis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E05E"/>
                </a:solidFill>
              </a:rPr>
              <a:t>15.08.</a:t>
            </a:r>
            <a:endParaRPr lang="en-US" sz="17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8D8D2"/>
                </a:solidFill>
              </a:rPr>
              <a:t>Mediaplan v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E05E"/>
                </a:solidFill>
              </a:rPr>
              <a:t>1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8D8D2"/>
                </a:solidFill>
              </a:rPr>
              <a:t>bis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E05E"/>
                </a:solidFill>
              </a:rPr>
              <a:t>22.08., 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8D8D2"/>
                </a:solidFill>
              </a:rPr>
              <a:t>Go-Live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E05E"/>
                </a:solidFill>
              </a:rPr>
              <a:t>01.09.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Herbst-Kampagne 2026 — Mustermarke</dc:title>
  <dc:subject>PptxGenJS Presentation</dc:subject>
  <dc:creator>pilot Skill Marketplace</dc:creator>
  <cp:lastModifiedBy>pilot Skill Marketplace</cp:lastModifiedBy>
  <cp:revision>1</cp:revision>
  <dcterms:created xsi:type="dcterms:W3CDTF">2026-07-11T18:39:52Z</dcterms:created>
  <dcterms:modified xsi:type="dcterms:W3CDTF">2026-07-11T18:39:52Z</dcterms:modified>
</cp:coreProperties>
</file>