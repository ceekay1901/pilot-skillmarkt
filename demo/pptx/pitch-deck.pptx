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Erzeugt aus dem Konzept-Markdown durch den pptx-Skill.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 hart setzen: Wir reden nicht über Media, wir reden über Wiedererkennbarkeit.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Zahlen kommen aus der Kategorie-Analyse, nicht aus einer Umfrage. Kurz halten.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 bewusst langsam sprechen. Das ist der Kern.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Zahlen aus dem Q2-Report. Falls Nachfrage: Messung über Brand-Lift-Study.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Namen nennen, Gesichter zeigen. Vertrauen entsteht über Personen.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Klar mit einem konkreten Datum enden. Kein „melden Sie sich gern".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CFCFC"/>
                </a:solidFill>
              </a:rPr>
              <a:t>pilot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E05E"/>
                </a:solidFill>
              </a:rPr>
              <a:t>PITCH DECK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CFCFC"/>
                </a:solidFill>
              </a:rPr>
              <a:t>Herbst-Kampagne 2026 — Mustermarke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97F"/>
                </a:solidFill>
              </a:rPr>
              <a:t>Erzeugt mit dem Skill pptx aus konzept.md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FFE05E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3200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97F"/>
                </a:solidFill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626"/>
                </a:solidFill>
              </a:rPr>
              <a:t>Die unbequeme Wahrheit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4980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68 % der Herbst-Kampagnen im Segment sehen austauschbar aus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Preisrabatt ist der einzige Hebel, den fast alle ziehen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Die Zielgruppe erinnert sich an keine einzige Marke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FFE05E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3200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97F"/>
                </a:solidFill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626"/>
                </a:solidFill>
              </a:rPr>
              <a:t>Das Problem in Zahlen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4980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Ø Erinnerungswert der Kategorie: 11 %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Streuverlust bei reiner Preis-Kommunikation: 34 %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Kosten pro erinnerter Kontakt steigen seit 2024 um 22 %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FFE05E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3200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97F"/>
                </a:solidFill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626"/>
                </a:solidFill>
              </a:rPr>
              <a:t>Unser Ansatz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4980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Eine Botschaft, konsequent über alle Kanäle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Real People statt Models — Glaubwürdigkeit vor Hochglanz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Kein Preis im Hero, Preis erst in der Conversion-Stufe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FFE05E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3200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97F"/>
                </a:solidFill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626"/>
                </a:solidFill>
              </a:rPr>
              <a:t>Der Beweis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4980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Case „Frühjahr 2026": +34 % CTR nach Creative-Refresh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ROAS Paid Social 4,2 bei gleichem Budget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Erinnerungswert von 11 % auf 19 % gestiegen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FFE05E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3200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97F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626"/>
                </a:solidFill>
              </a:rPr>
              <a:t>Wer das macht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4980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Strategie: pilot Hamburg, Team Mustermarke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Kreation &amp; Media aus einer Hand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Feste Ansprechpartnerin über die gesamte Laufzeit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8072"/>
          </a:xfrm>
          <a:prstGeom prst="rect">
            <a:avLst/>
          </a:prstGeom>
          <a:solidFill>
            <a:srgbClr val="FFE05E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3200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97F"/>
                </a:solidFill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626"/>
                </a:solidFill>
              </a:rPr>
              <a:t>Nächste Schritte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4980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Kick-off-Workshop in KW 34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Kreativ-Briefing bis 15.08.</a:t>
            </a:r>
            <a:endParaRPr lang="en-US" sz="16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3A3A36"/>
                </a:solidFill>
              </a:rPr>
              <a:t>Mediaplan v1 bis 22.08., Go-Live 01.09.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Herbst-Kampagne 2026 — Mustermarke</dc:title>
  <dc:subject>PptxGenJS Presentation</dc:subject>
  <dc:creator>pilot Skill Marketplace</dc:creator>
  <cp:lastModifiedBy>pilot Skill Marketplace</cp:lastModifiedBy>
  <cp:revision>1</cp:revision>
  <dcterms:created xsi:type="dcterms:W3CDTF">2026-07-09T17:39:35Z</dcterms:created>
  <dcterms:modified xsi:type="dcterms:W3CDTF">2026-07-09T17:39:35Z</dcterms:modified>
</cp:coreProperties>
</file>